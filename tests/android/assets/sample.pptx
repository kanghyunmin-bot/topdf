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PDF 변환 테스트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한글 · English · 123</a:t>
            </a:r>
          </a:p>
          <a:p>
            <a:r>
              <a:t>페이지 범위 및 가로 방향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PDF 변환 테스트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한글 · English · 123</a:t>
            </a:r>
          </a:p>
          <a:p>
            <a:r>
              <a:t>페이지 범위 및 가로 방향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PDF 변환 테스트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한글 · English · 123</a:t>
            </a:r>
          </a:p>
          <a:p>
            <a:r>
              <a:t>페이지 범위 및 가로 방향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